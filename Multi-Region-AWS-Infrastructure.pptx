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480000">
            <a:off x="5943600" y="-457200"/>
            <a:ext cx="4114800" cy="1828800"/>
          </a:xfrm>
          <a:prstGeom prst="rect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00000">
            <a:off x="6858000" y="-274320"/>
            <a:ext cx="3200400" cy="1371600"/>
          </a:xfrm>
          <a:prstGeom prst="rect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Multi-Region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Infrastructure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Production-Ready Architecture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OpenVPN  |  ALB + ASG  |  RDS PostgreSQL  |  VPC Peering  |  WAF  |  CloudTrail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7731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— Terraform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Two-region active deployment with ALB+ASG, VPC peering, WAF, and compliance controls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39319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eu-west-1 (Primary)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VPC  10.10.0.0/16  (3 subnet tiers)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OpenVPN + IAM Instance Profile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ALB + ASG (Auto Scaling)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RDS PostgreSQL (Primary, Multi-AZ)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0690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WAF + CloudTrail + GuardDuty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463040"/>
            <a:ext cx="39319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463040"/>
            <a:ext cx="393192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691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eu-central-1 (Secondary)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20640" y="2240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VPC  10.20.0.0/16  (3 subnet tiers)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26974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OpenVPN + IAM Instance Profile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31546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ALB + ASG (Auto Scaling)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36118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DR-Ready data subnets + DB subnet group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40690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WAF + Cross-region RDS backup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60520" y="274320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4160520" y="27432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PEERING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subnet tiers per VPC — public, private, and isolated data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25603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Subnets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Internet-facing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OpenVPN, NAT Gateways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IGW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097280"/>
            <a:ext cx="2606040" cy="256032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Private Subnets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0" y="19202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+ ASG app servers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via NAT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097280"/>
            <a:ext cx="2606040" cy="2560320"/>
          </a:xfrm>
          <a:prstGeom prst="rect">
            <a:avLst/>
          </a:prstGeom>
          <a:solidFill>
            <a:srgbClr val="0D4F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Subnets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55080" y="19202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tier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PostgreSQL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route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005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 AZs per region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4005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Per-AZ NAT Gateways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4005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VPC Flow Logs enabled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03720" y="4005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DNS hostnames enabled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 — every layer secured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54864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81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Encryption &amp; Key Management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storage encrypted with KMS (key rotation enabled). SSL/TLS enforced via rds.force_ssl. State bucket encrypted with KMS.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286000"/>
            <a:ext cx="54864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500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WAF &amp; Network Security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WAFv2 web ACL with AWS managed rule sets (Common, SQLi, Bad Inputs) on ALBs. Admin SSH restricted to specific IPs. OpenVPN egress tightened.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154680"/>
            <a:ext cx="54864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186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 Isolation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520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subnets have no internet route. Private subnets egress via NAT only. VPC Flow Logs capture all traffic. VPC peering routes include data subnets.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4023360"/>
            <a:ext cx="54864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87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Instance Hardening &amp; Compliance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389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IMDSv2 enforced. IAM instance profiles with SSM. CloudTrail multi-region. GuardDuty. AWS Config recorder. Secrets Manager for RDS passwords.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&amp; Disaster Recovery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2918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RDS PostgreSQL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5176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16.4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267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51760" y="2267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6151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51760" y="26151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(AES-256, rotation enabled)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962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0" y="2962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310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Retention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3310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Autoscaling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176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GB → 200 GB max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4005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Protection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51760" y="4005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097280"/>
            <a:ext cx="3931920" cy="146304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Cross-Region Backups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0" y="17830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replication of RDS backups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eu-west-1 to eu-central-1.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KMS-encrypted in destination region.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2743200"/>
            <a:ext cx="3931920" cy="1645920"/>
          </a:xfrm>
          <a:prstGeom prst="rect">
            <a:avLst/>
          </a:prstGeom>
          <a:solidFill>
            <a:srgbClr val="0D4F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0" y="2926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 Status: Warm Standby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0" y="33832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eu-central-1 has DB subnet group and SG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provisioned (no live RDS instance).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from cross-region backup on demand.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failover with Route 53 health checks.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 as Code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reusable Terraform modules — tested, documented, production-ready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40233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898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vpc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77440" y="13898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VPC, subnets (public/private/data),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gateways, flow logs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402336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371600"/>
            <a:ext cx="54864" cy="40233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898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security-group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75120" y="13898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ingress/egress rules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composite for_each keys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1847088"/>
            <a:ext cx="402336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847088"/>
            <a:ext cx="54864" cy="40233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8653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77440" y="18653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ALB with target group,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HTTPS/HTTP listeners, TLS 1.3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754880" y="1847088"/>
            <a:ext cx="402336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847088"/>
            <a:ext cx="54864" cy="40233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8653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75120" y="18653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template (IMDSv2, gp3),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 with CPU target tracking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57200" y="2322576"/>
            <a:ext cx="402336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322576"/>
            <a:ext cx="54864" cy="40233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3408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iam-role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377440" y="23408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IAM role with SSM,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policy attachments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754880" y="2322576"/>
            <a:ext cx="402336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322576"/>
            <a:ext cx="54864" cy="40233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3408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rds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75120" y="23408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with KMS, SSL,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passwords, autoscaling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2798064"/>
            <a:ext cx="402336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2798064"/>
            <a:ext cx="54864" cy="40233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28163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openvpn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377440" y="28163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OpenVPN EC2 instance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Elastic IP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754880" y="2798064"/>
            <a:ext cx="402336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2798064"/>
            <a:ext cx="54864" cy="40233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28163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app-server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75120" y="28163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with encrypted root,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IMDSv2 enforced (legacy)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57200" y="3273552"/>
            <a:ext cx="402336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" y="3273552"/>
            <a:ext cx="54864" cy="40233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32918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377440" y="3291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CloudTrail, AWS Config,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GuardDuty detector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754880" y="3273552"/>
            <a:ext cx="402336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273552"/>
            <a:ext cx="54864" cy="40233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2" name="Text 40"/>
          <p:cNvSpPr/>
          <p:nvPr/>
        </p:nvSpPr>
        <p:spPr>
          <a:xfrm>
            <a:off x="4937760" y="32918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675120" y="3291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alerts, CloudWatch alarms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EC2/RDS/ALB metrics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57200" y="3749040"/>
            <a:ext cx="402336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57200" y="3749040"/>
            <a:ext cx="54864" cy="40233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" y="37673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waf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377440" y="37673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WAFv2 web ACL with AWS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rule sets on ALBs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754880" y="3749040"/>
            <a:ext cx="402336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54880" y="3749040"/>
            <a:ext cx="54864" cy="40233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0" name="Text 48"/>
          <p:cNvSpPr/>
          <p:nvPr/>
        </p:nvSpPr>
        <p:spPr>
          <a:xfrm>
            <a:off x="4937760" y="37673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dns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675120" y="37673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 zones with health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and failover routing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57200" y="4224528"/>
            <a:ext cx="402336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57200" y="4224528"/>
            <a:ext cx="54864" cy="40233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4" name="Text 52"/>
          <p:cNvSpPr/>
          <p:nvPr/>
        </p:nvSpPr>
        <p:spPr>
          <a:xfrm>
            <a:off x="640080" y="42428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vpc-peering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377440" y="424281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Cross-region peering with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route propagation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754880" y="4224528"/>
            <a:ext cx="402336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754880" y="4224528"/>
            <a:ext cx="54864" cy="40233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8" name="Text 56"/>
          <p:cNvSpPr/>
          <p:nvPr/>
        </p:nvSpPr>
        <p:spPr>
          <a:xfrm>
            <a:off x="4937760" y="42428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rds-cross-region-backup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675120" y="424281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backup replication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AWS regions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includes:  README  |  examples/  |  tests/  |  variable validation  |  nullable constraints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Highlights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74520" cy="13716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887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06040" y="1097280"/>
            <a:ext cx="1874520" cy="13716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06040" y="11887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606040" y="18745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1874520" cy="13716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754880" y="18745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03720" y="1097280"/>
            <a:ext cx="1874520" cy="13716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03720" y="118872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903720" y="18745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ALB + ASG with target tracking scaling — no single points of failure for app tier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1181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WAFv2 with AWS managed rules (Common, SQLi, Bad Inputs) protecting all ALBs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447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CloudTrail multi-region + GuardDuty + AWS Config — full compliance baseline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776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KMS key rotation enabled on all encryption keys — RDS, state bucket, backups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1056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IAM instance profiles with SSM — no SSH keys needed for management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State bucket hardened: TLS-only policy, cross-region replication, 90-day noncurrent expiry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&amp; HA Considerations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Trade-offs, scaling guidance, and disaster recovery strategy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44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Drivers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7556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Per-AZ NAT Gateways, Multi-AZ RDS, cross-region backup replication, dual-region ALBs. Consider reserved instances for steady-state workloads.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28600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59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 Architecture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6700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distributes across 2 AZs. ASG maintains desired capacity with health checks. RDS Multi-AZ provides automatic failover. VPN is single-AZ by design.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20040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735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 Strategy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5844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standby in eu-central-1: DB subnet group + SG pre-provisioned. Cross-region backup available for restore. No live secondary RDS to minimize cost.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411480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187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Burstable Instance Warning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4988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types (t3.medium, t3.small, db.t3.medium) are burstable. For sustained production workloads, upgrade to m6i/r6i/m6g instance families.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15568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15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1069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Bootstrap Remote State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3441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bootstrap/ to create S3 bucket (with cross-region replica) and DynamoDB lock table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55648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556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709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Configure Admin CIDRs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19842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placeholder 203.0.113.0/32 with actual admin IP ranges in prod tfvars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395728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395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2350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Networking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26243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eu-west-1 networking first, then eu-central-1 (now includes data subnets + ALB SG)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035808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035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2990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Compliance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32644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global/compliance for CloudTrail, GuardDuty, and AWS Config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675888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75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3630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VPC Peering + Compute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39044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peering, then deploy ALB+ASG and OpenVPN with IAM profiles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315968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315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4270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Configure DNS + WAF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43000" y="45445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Route 53 with health checks and WAF protection on ALBs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600000">
            <a:off x="-914400" y="3200400"/>
            <a:ext cx="4572000" cy="2743200"/>
          </a:xfrm>
          <a:prstGeom prst="rect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480000">
            <a:off x="6400800" y="-457200"/>
            <a:ext cx="3657600" cy="2286000"/>
          </a:xfrm>
          <a:prstGeom prst="rect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Deploy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371600" y="23774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tested, and fully documented infrastructure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HA, DR, compliance, and monitoring built 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4663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Let’s discuss.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Multi-Region AWS Infrastructure</dc:title>
  <dc:subject>PptxGenJS Presentation</dc:subject>
  <dc:creator>Infrastructure Team</dc:creator>
  <cp:lastModifiedBy>Infrastructure Team</cp:lastModifiedBy>
  <cp:revision>1</cp:revision>
  <dcterms:created xsi:type="dcterms:W3CDTF">2026-03-10T22:09:28Z</dcterms:created>
  <dcterms:modified xsi:type="dcterms:W3CDTF">2026-03-10T22:09:28Z</dcterms:modified>
</cp:coreProperties>
</file>